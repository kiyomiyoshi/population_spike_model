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78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3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1A7915-2223-0133-9DE1-E175A16066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F051D25-BF9D-F006-796A-57B876FB1A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047104-8F28-27CD-2251-9BEB99897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D069BD-C8FD-DB2A-6B86-B68F0B459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F9E668-D928-322D-BD2C-1A54B2872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00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D8AFE1-A490-28A1-E95A-88F2978A5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7964AF-6414-BF9E-900F-206596682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2359B1C-652C-44CF-0577-97FD7D675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746293-27C3-E90A-8CD6-C799BEA04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E87070B-8AF9-9DC0-CD24-9F10B0BB5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100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D24C06-F591-21B2-D2CF-0D63323F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0B66B93-4B8A-FE40-2957-00F73192C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D66C70-0B16-8C28-2278-D073676A8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A51DC9-047A-CAD5-AAF6-189B30C11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4F1BB6-09CC-9540-6BE6-7722893F7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8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AE03D-E39A-9556-82B1-F32C0474C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6988BB-B7BB-3C3B-A4F5-4E1B369D00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F23D3B-46E6-4BE0-E957-24B44C800E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E698FE-8F00-7B68-1DC5-91E9314C3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BF5063-8D75-1922-6F35-F60AF27B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C2484E-AB18-5B45-4F8C-A5DD8E605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50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A2FCD9-E02D-8025-501F-EF17736947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935A0B-C652-F666-4F7E-46F32E50C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DB80D90-269D-E82D-B0B3-CF81CFF79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1A9176F-FFEE-DBAE-7197-BC9D13663C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29C644F-807C-1978-8348-A359357272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676C592-4CAA-3128-9094-A16E38C80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47763C3-BB53-9272-A82E-5D69A7FF4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C7B3EF2-B589-26A0-FBD3-21747146F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692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9F667B-713E-D074-016E-B12A7D8EF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6F6685F-CAFA-0EF3-8178-A0A9172E9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EF143C6-BD8A-7894-EE6C-3CF22C62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F84CCD0-D459-3E13-3F73-12FD09D6D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566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865C9C0-05D9-BFDF-7288-874B142F0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4B7B508-D397-3A42-0AA8-A5A2B3513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B3EB89B-98F6-94D3-0879-7F40610C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860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C16682-446C-AE88-AF7B-99F1EC317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C99266-8A05-ABC5-0DDE-B88E08FFD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8F917B4-2A22-E563-19A2-DA9A4E9BC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B5AD5D5-FF67-8A7B-525F-614F30DB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10AAC22-CDF1-8694-E6C0-36B3D94C3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294EF6-A732-5B93-90C6-998366F7D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751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23C129-3ADC-FE11-9EA6-E34F04267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F2D76C1-2863-583A-C5DF-4A70D36F6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9E2B594-322D-E464-B679-98194754BB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A2909C1-1C0A-6CC2-AE54-8AB4EB11C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706942C-1EA9-B093-2938-4D338CAC7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00B9D2-D6C7-954A-110A-06737092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229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6FCD99-EB46-3235-7F39-3B98C744D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9F9263D-21DE-FFA2-EDC7-670AE5683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8A8F15-0AD9-3EA1-1A68-58DAF26E2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D1683E6-3862-88A2-D718-D8E5178D7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01D675-AD91-EB17-7B60-6185467B3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173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922FF6C-AD5E-73EE-61C0-AAD54856EC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BA51795-12E5-3659-DBE1-D0F76DF7A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7FBFFD-CCA3-D955-0088-226E7A250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1D7A5E-30F4-4BC2-9870-97DF6DB4F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2DB22FB-595B-8C21-C04B-7518244C2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573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2F963C9-C1B4-20C4-112D-3FCCC513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132817-0446-7DE6-F81B-8CE60460EF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38D6DD6-5101-8577-904C-3EFD55E21D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AD9B42-5818-4541-9667-91B0E0B30851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CB6428-D977-5014-DA4B-13E90EC469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4E705D-2AF9-0152-CE52-1ECD474B0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52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4943650-F3AF-9C7D-97F8-F58A28978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32" t="25651" r="-188" b="28603"/>
          <a:stretch>
            <a:fillRect/>
          </a:stretch>
        </p:blipFill>
        <p:spPr>
          <a:xfrm>
            <a:off x="9948222" y="4572645"/>
            <a:ext cx="1860976" cy="860677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099F3381-D7C5-C2B6-B869-D75BDC48D0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" t="25651" r="48491" b="28603"/>
          <a:stretch>
            <a:fillRect/>
          </a:stretch>
        </p:blipFill>
        <p:spPr>
          <a:xfrm>
            <a:off x="9844933" y="3007648"/>
            <a:ext cx="1931172" cy="86067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EEDE15D-FAAF-857F-DD14-154C5BE0AE4C}"/>
              </a:ext>
            </a:extLst>
          </p:cNvPr>
          <p:cNvSpPr/>
          <p:nvPr/>
        </p:nvSpPr>
        <p:spPr>
          <a:xfrm>
            <a:off x="9972867" y="4109363"/>
            <a:ext cx="1716442" cy="1334209"/>
          </a:xfrm>
          <a:prstGeom prst="rect">
            <a:avLst/>
          </a:prstGeom>
          <a:noFill/>
          <a:ln w="19050">
            <a:solidFill>
              <a:srgbClr val="E41A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 b="1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DCA8083-128F-1E22-F9E7-6918A2AF32E6}"/>
              </a:ext>
            </a:extLst>
          </p:cNvPr>
          <p:cNvSpPr txBox="1"/>
          <p:nvPr/>
        </p:nvSpPr>
        <p:spPr>
          <a:xfrm>
            <a:off x="10093734" y="2535267"/>
            <a:ext cx="15171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Contrast = 15%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09219C3-6F2C-6073-009B-EDB7553AB424}"/>
              </a:ext>
            </a:extLst>
          </p:cNvPr>
          <p:cNvSpPr txBox="1"/>
          <p:nvPr/>
        </p:nvSpPr>
        <p:spPr>
          <a:xfrm>
            <a:off x="10093734" y="4108411"/>
            <a:ext cx="15171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Contrast = 25%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823C3BF-5A49-D127-24FE-0CD687211767}"/>
              </a:ext>
            </a:extLst>
          </p:cNvPr>
          <p:cNvSpPr txBox="1"/>
          <p:nvPr/>
        </p:nvSpPr>
        <p:spPr>
          <a:xfrm>
            <a:off x="10036584" y="2790988"/>
            <a:ext cx="9981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500" b="1" dirty="0">
                <a:solidFill>
                  <a:srgbClr val="1F78B4"/>
                </a:solidFill>
              </a:rPr>
              <a:t>●</a:t>
            </a:r>
            <a:r>
              <a:rPr lang="ja-JP" altLang="en-US" sz="1500" b="1" dirty="0"/>
              <a:t> </a:t>
            </a:r>
            <a:r>
              <a:rPr lang="en-US" sz="1500" b="1" dirty="0"/>
              <a:t>90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414CB40-C205-4E23-C975-19FF9A1E6303}"/>
              </a:ext>
            </a:extLst>
          </p:cNvPr>
          <p:cNvSpPr txBox="1"/>
          <p:nvPr/>
        </p:nvSpPr>
        <p:spPr>
          <a:xfrm>
            <a:off x="10848309" y="2787313"/>
            <a:ext cx="9312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500" b="1" dirty="0">
                <a:solidFill>
                  <a:srgbClr val="1F78B4"/>
                </a:solidFill>
              </a:rPr>
              <a:t>＋</a:t>
            </a:r>
            <a:r>
              <a:rPr lang="ja-JP" altLang="en-US" sz="1500" b="1" dirty="0"/>
              <a:t> </a:t>
            </a:r>
            <a:r>
              <a:rPr lang="en-US" altLang="ja-JP" sz="1500" b="1" dirty="0"/>
              <a:t>10</a:t>
            </a:r>
            <a:r>
              <a:rPr lang="en-US" sz="1500" b="1" dirty="0"/>
              <a:t>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C852D35-6385-58E9-771D-AE75A20C72E0}"/>
              </a:ext>
            </a:extLst>
          </p:cNvPr>
          <p:cNvSpPr txBox="1"/>
          <p:nvPr/>
        </p:nvSpPr>
        <p:spPr>
          <a:xfrm>
            <a:off x="10041010" y="4354294"/>
            <a:ext cx="8377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500" b="1" dirty="0">
                <a:solidFill>
                  <a:srgbClr val="E41A1C"/>
                </a:solidFill>
              </a:rPr>
              <a:t>●</a:t>
            </a:r>
            <a:r>
              <a:rPr lang="ja-JP" altLang="en-US" sz="1500" b="1" dirty="0"/>
              <a:t> </a:t>
            </a:r>
            <a:r>
              <a:rPr lang="en-US" sz="1500" b="1" dirty="0"/>
              <a:t>90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C9E8FFA-9319-07A9-30DB-22FBF91B64E3}"/>
              </a:ext>
            </a:extLst>
          </p:cNvPr>
          <p:cNvSpPr txBox="1"/>
          <p:nvPr/>
        </p:nvSpPr>
        <p:spPr>
          <a:xfrm>
            <a:off x="10794544" y="4352590"/>
            <a:ext cx="98854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500" b="1" dirty="0">
                <a:solidFill>
                  <a:srgbClr val="E83E40"/>
                </a:solidFill>
              </a:rPr>
              <a:t>＋</a:t>
            </a:r>
            <a:r>
              <a:rPr lang="ja-JP" altLang="en-US" sz="1500" b="1" dirty="0"/>
              <a:t> </a:t>
            </a:r>
            <a:r>
              <a:rPr lang="en-US" altLang="ja-JP" sz="1500" b="1" dirty="0"/>
              <a:t>10</a:t>
            </a:r>
            <a:r>
              <a:rPr lang="en-US" sz="1500" b="1" dirty="0"/>
              <a:t>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8275334-5C8D-9F86-6932-E8CBCBE1E9D5}"/>
                  </a:ext>
                </a:extLst>
              </p:cNvPr>
              <p:cNvSpPr txBox="1"/>
              <p:nvPr/>
            </p:nvSpPr>
            <p:spPr>
              <a:xfrm>
                <a:off x="1352159" y="411659"/>
                <a:ext cx="1988177" cy="7503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2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en-US" sz="2200" b="1" i="1" baseline="-25000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𝟓𝟎</m:t>
                              </m:r>
                            </m:sub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bSup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den>
                      </m:f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sz="2200" b="1" i="1" baseline="-2500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200" b="1" baseline="-25000" dirty="0"/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8275334-5C8D-9F86-6932-E8CBCBE1E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2159" y="411659"/>
                <a:ext cx="1988177" cy="7503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図 16">
            <a:extLst>
              <a:ext uri="{FF2B5EF4-FFF2-40B4-BE49-F238E27FC236}">
                <a16:creationId xmlns:a16="http://schemas.microsoft.com/office/drawing/2014/main" id="{A1B17E58-DB5F-9BBA-422C-AF7F1D8383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8020" y="2269271"/>
            <a:ext cx="3657607" cy="34747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9191DF67-CC9E-801B-ACF8-B1046D29D7DE}"/>
                  </a:ext>
                </a:extLst>
              </p:cNvPr>
              <p:cNvSpPr txBox="1"/>
              <p:nvPr/>
            </p:nvSpPr>
            <p:spPr>
              <a:xfrm>
                <a:off x="2428371" y="3074279"/>
                <a:ext cx="1068391" cy="3649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1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en-US" sz="1100" b="1" i="1" baseline="-25000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𝟓𝟎</m:t>
                              </m:r>
                            </m:sub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bSup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den>
                      </m:f>
                      <m:r>
                        <a:rPr lang="en-US" sz="11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1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sz="1100" b="1" i="1" baseline="-2500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1100" b="1" baseline="-25000" dirty="0"/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9191DF67-CC9E-801B-ACF8-B1046D29D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371" y="3074279"/>
                <a:ext cx="1068391" cy="364908"/>
              </a:xfrm>
              <a:prstGeom prst="rect">
                <a:avLst/>
              </a:prstGeom>
              <a:blipFill>
                <a:blip r:embed="rId5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図 6">
            <a:extLst>
              <a:ext uri="{FF2B5EF4-FFF2-40B4-BE49-F238E27FC236}">
                <a16:creationId xmlns:a16="http://schemas.microsoft.com/office/drawing/2014/main" id="{0E4AF718-918B-F548-1C7D-EFECF0B555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865" y="2278893"/>
            <a:ext cx="4665190" cy="3403962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43DEFC6-EF4B-0B39-3865-AA7D81576470}"/>
              </a:ext>
            </a:extLst>
          </p:cNvPr>
          <p:cNvSpPr/>
          <p:nvPr/>
        </p:nvSpPr>
        <p:spPr>
          <a:xfrm>
            <a:off x="9971440" y="2544055"/>
            <a:ext cx="1716442" cy="1334209"/>
          </a:xfrm>
          <a:prstGeom prst="rect">
            <a:avLst/>
          </a:prstGeom>
          <a:noFill/>
          <a:ln w="19050">
            <a:solidFill>
              <a:srgbClr val="1F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 b="1"/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72162547-8AB2-83D1-A7C3-4E14EB0268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1649" y="144557"/>
            <a:ext cx="2755631" cy="185334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E0EF781F-3646-5676-D0FE-C1C66808D0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374" y="2906951"/>
            <a:ext cx="464516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242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3B062-6C49-344E-84AB-48EEFED01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841400C-FED6-524B-8A59-4501B066C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27" y="2363846"/>
            <a:ext cx="4645161" cy="3600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D8B835CD-E277-5956-0E64-E7371048D6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32" t="25651" r="-188" b="28603"/>
          <a:stretch>
            <a:fillRect/>
          </a:stretch>
        </p:blipFill>
        <p:spPr>
          <a:xfrm>
            <a:off x="9948222" y="4572645"/>
            <a:ext cx="1860976" cy="860677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5A19F78A-0C99-FB1C-4F34-269CB8FF2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" t="25651" r="48491" b="28603"/>
          <a:stretch>
            <a:fillRect/>
          </a:stretch>
        </p:blipFill>
        <p:spPr>
          <a:xfrm>
            <a:off x="9844933" y="3007648"/>
            <a:ext cx="1931172" cy="86067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446953-276E-5EA7-8F42-74378D7EA70E}"/>
              </a:ext>
            </a:extLst>
          </p:cNvPr>
          <p:cNvSpPr/>
          <p:nvPr/>
        </p:nvSpPr>
        <p:spPr>
          <a:xfrm>
            <a:off x="9972867" y="4109363"/>
            <a:ext cx="1716442" cy="1334209"/>
          </a:xfrm>
          <a:prstGeom prst="rect">
            <a:avLst/>
          </a:prstGeom>
          <a:noFill/>
          <a:ln w="19050">
            <a:solidFill>
              <a:srgbClr val="E41A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 b="1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092316E-B2CE-D5FF-C264-797AC0A2566D}"/>
              </a:ext>
            </a:extLst>
          </p:cNvPr>
          <p:cNvSpPr txBox="1"/>
          <p:nvPr/>
        </p:nvSpPr>
        <p:spPr>
          <a:xfrm>
            <a:off x="10093734" y="2535267"/>
            <a:ext cx="15171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Contrast = 15%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3C7C4AA-5841-E368-8546-E5F29EAD7009}"/>
              </a:ext>
            </a:extLst>
          </p:cNvPr>
          <p:cNvSpPr txBox="1"/>
          <p:nvPr/>
        </p:nvSpPr>
        <p:spPr>
          <a:xfrm>
            <a:off x="10093734" y="4108411"/>
            <a:ext cx="15171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Contrast = 25%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6E07B54-4D51-041A-0498-297DF087313B}"/>
              </a:ext>
            </a:extLst>
          </p:cNvPr>
          <p:cNvSpPr txBox="1"/>
          <p:nvPr/>
        </p:nvSpPr>
        <p:spPr>
          <a:xfrm>
            <a:off x="10036584" y="2790988"/>
            <a:ext cx="9981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500" b="1" dirty="0">
                <a:solidFill>
                  <a:srgbClr val="1F78B4"/>
                </a:solidFill>
              </a:rPr>
              <a:t>●</a:t>
            </a:r>
            <a:r>
              <a:rPr lang="ja-JP" altLang="en-US" sz="1500" b="1" dirty="0"/>
              <a:t> </a:t>
            </a:r>
            <a:r>
              <a:rPr lang="en-US" sz="1500" b="1" dirty="0"/>
              <a:t>90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E04A373-4B51-CCE5-BE24-34E3D4D2A118}"/>
              </a:ext>
            </a:extLst>
          </p:cNvPr>
          <p:cNvSpPr txBox="1"/>
          <p:nvPr/>
        </p:nvSpPr>
        <p:spPr>
          <a:xfrm>
            <a:off x="10848309" y="2787313"/>
            <a:ext cx="9312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500" b="1" dirty="0">
                <a:solidFill>
                  <a:srgbClr val="1F78B4"/>
                </a:solidFill>
              </a:rPr>
              <a:t>＋</a:t>
            </a:r>
            <a:r>
              <a:rPr lang="ja-JP" altLang="en-US" sz="1500" b="1" dirty="0"/>
              <a:t> </a:t>
            </a:r>
            <a:r>
              <a:rPr lang="en-US" altLang="ja-JP" sz="1500" b="1" dirty="0"/>
              <a:t>10</a:t>
            </a:r>
            <a:r>
              <a:rPr lang="en-US" sz="1500" b="1" dirty="0"/>
              <a:t>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FF2A879-6DB4-E5F1-960A-815AB1F6FC44}"/>
              </a:ext>
            </a:extLst>
          </p:cNvPr>
          <p:cNvSpPr txBox="1"/>
          <p:nvPr/>
        </p:nvSpPr>
        <p:spPr>
          <a:xfrm>
            <a:off x="10041010" y="4354294"/>
            <a:ext cx="8377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500" b="1" dirty="0">
                <a:solidFill>
                  <a:srgbClr val="E41A1C"/>
                </a:solidFill>
              </a:rPr>
              <a:t>●</a:t>
            </a:r>
            <a:r>
              <a:rPr lang="ja-JP" altLang="en-US" sz="1500" b="1" dirty="0"/>
              <a:t> </a:t>
            </a:r>
            <a:r>
              <a:rPr lang="en-US" sz="1500" b="1" dirty="0"/>
              <a:t>90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8DE6F58-78CA-E6D4-C9AE-54F1EC1EDAEB}"/>
              </a:ext>
            </a:extLst>
          </p:cNvPr>
          <p:cNvSpPr txBox="1"/>
          <p:nvPr/>
        </p:nvSpPr>
        <p:spPr>
          <a:xfrm>
            <a:off x="10794544" y="4352590"/>
            <a:ext cx="98854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500" b="1" dirty="0">
                <a:solidFill>
                  <a:srgbClr val="E83E40"/>
                </a:solidFill>
              </a:rPr>
              <a:t>＋</a:t>
            </a:r>
            <a:r>
              <a:rPr lang="ja-JP" altLang="en-US" sz="1500" b="1" dirty="0"/>
              <a:t> </a:t>
            </a:r>
            <a:r>
              <a:rPr lang="en-US" altLang="ja-JP" sz="1500" b="1" dirty="0"/>
              <a:t>10</a:t>
            </a:r>
            <a:r>
              <a:rPr lang="en-US" sz="1500" b="1" dirty="0"/>
              <a:t>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92AC4068-B15A-6D34-4F87-808D5552D186}"/>
                  </a:ext>
                </a:extLst>
              </p:cNvPr>
              <p:cNvSpPr txBox="1"/>
              <p:nvPr/>
            </p:nvSpPr>
            <p:spPr>
              <a:xfrm>
                <a:off x="1352159" y="411659"/>
                <a:ext cx="1988177" cy="7503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2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en-US" sz="2200" b="1" i="1" baseline="-25000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𝟓𝟎</m:t>
                              </m:r>
                            </m:sub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bSup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den>
                      </m:f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sz="2200" b="1" i="1" baseline="-2500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200" b="1" baseline="-25000" dirty="0"/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8275334-5C8D-9F86-6932-E8CBCBE1E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2159" y="411659"/>
                <a:ext cx="1988177" cy="75033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45F961D4-F340-6EB7-29A1-7EB46A5A3CF7}"/>
                  </a:ext>
                </a:extLst>
              </p:cNvPr>
              <p:cNvSpPr txBox="1"/>
              <p:nvPr/>
            </p:nvSpPr>
            <p:spPr>
              <a:xfrm>
                <a:off x="1952105" y="3144470"/>
                <a:ext cx="1068391" cy="3649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1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en-US" sz="1100" b="1" i="1" baseline="-25000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𝟓𝟎</m:t>
                              </m:r>
                            </m:sub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bSup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den>
                      </m:f>
                      <m:r>
                        <a:rPr lang="en-US" sz="11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1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sz="1100" b="1" i="1" baseline="-2500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1100" b="1" baseline="-25000" dirty="0"/>
              </a:p>
            </p:txBody>
          </p:sp>
        </mc:Choice>
        <mc:Fallback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45F961D4-F340-6EB7-29A1-7EB46A5A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2105" y="3144470"/>
                <a:ext cx="1068391" cy="364908"/>
              </a:xfrm>
              <a:prstGeom prst="rect">
                <a:avLst/>
              </a:prstGeom>
              <a:blipFill>
                <a:blip r:embed="rId5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図 6">
            <a:extLst>
              <a:ext uri="{FF2B5EF4-FFF2-40B4-BE49-F238E27FC236}">
                <a16:creationId xmlns:a16="http://schemas.microsoft.com/office/drawing/2014/main" id="{B3858927-5E9E-E787-3BE0-2849C9A5C6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865" y="2278893"/>
            <a:ext cx="4665190" cy="3403962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10550AA-C953-1294-7BEC-64C68A83351C}"/>
              </a:ext>
            </a:extLst>
          </p:cNvPr>
          <p:cNvSpPr/>
          <p:nvPr/>
        </p:nvSpPr>
        <p:spPr>
          <a:xfrm>
            <a:off x="9971440" y="2544055"/>
            <a:ext cx="1716442" cy="1334209"/>
          </a:xfrm>
          <a:prstGeom prst="rect">
            <a:avLst/>
          </a:prstGeom>
          <a:noFill/>
          <a:ln w="19050">
            <a:solidFill>
              <a:srgbClr val="1F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 b="1"/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8A12AAE0-BA28-8EB8-423A-2DE7868B73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1649" y="144557"/>
            <a:ext cx="2755631" cy="185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57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A649970-F01F-7AB6-C8B5-4A490893F7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8" t="1949" r="879" b="1949"/>
          <a:stretch>
            <a:fillRect/>
          </a:stretch>
        </p:blipFill>
        <p:spPr>
          <a:xfrm>
            <a:off x="1133060" y="1759226"/>
            <a:ext cx="9949069" cy="3339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429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52</Words>
  <Application>Microsoft Office PowerPoint</Application>
  <PresentationFormat>ワイド画面</PresentationFormat>
  <Paragraphs>16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Kiyofumi Miyoshi</dc:creator>
  <cp:lastModifiedBy>Kiyofumi Miyoshi</cp:lastModifiedBy>
  <cp:revision>6</cp:revision>
  <dcterms:created xsi:type="dcterms:W3CDTF">2026-03-21T07:03:18Z</dcterms:created>
  <dcterms:modified xsi:type="dcterms:W3CDTF">2026-03-21T09:12:00Z</dcterms:modified>
</cp:coreProperties>
</file>